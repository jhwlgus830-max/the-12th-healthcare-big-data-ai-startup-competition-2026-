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8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4206B-8984-D90F-931E-CC25A997E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386CCA-C741-2C4C-5914-B81089DA9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C93A4-E0C3-F902-CF8B-F62B452B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2DD5CD-62C3-33D4-55C4-45FD89158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DC9498-DE76-5DD0-8A60-4F17B233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2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0F3B64-8AA2-B454-75D6-41FC7632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CE445-6281-8A73-CFBF-0DC39E19F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197BE2-BF27-D90C-F74F-7B1EB93BC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DEBE5C-A15C-F3A9-D786-47487A5D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2E3BD7-0C0D-A43D-C20C-8C1E296E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7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C6816-EDA3-68B2-EA72-AABAD5F3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C7915F-9124-6D8A-71C3-A2B335B3A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CE50BD-F40B-4AD7-BB77-1D62F89C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FC1984-FE88-775D-637D-7F0CDE74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220F08-950C-2445-6FE6-5CE14A2D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83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9A396-7A7D-E49E-4353-4FE6069C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5A60BB-7E5E-D77F-BA18-AD90E7A91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DCAA5D-48CA-A8A9-3425-97F123FD0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5EC79E-2007-7213-E111-BCF25146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D8BAFD-614E-EF52-3135-07A721C7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DF3112-0C62-AE58-A028-E89FE0762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8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883734-E13D-9B33-96CF-17333804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A651CA-65DB-19D8-65BC-796E862CF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158C57-32E7-B00E-8939-D3FF7DCB5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F82BDC-3F47-D429-4FAC-201185635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7304D8-258F-9483-0F22-07E021FCC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B1464A-B16A-9FE7-B472-471030E7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D52C62-1EC9-D505-4418-5CD5E043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F87306-856B-AAA6-A926-C0B433AB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51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15524C-FE5C-3A3A-B403-77557F471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DAAB6F-DB1C-A1FF-77D4-C173291A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CE5BA4-56A0-79D3-EC5E-81902CAC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20477A-D250-6D28-180C-BDF2B85A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06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FA5223-5E31-5C61-A268-104DA0CD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263323D-6472-AB90-F5B7-90E83A4C1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9D8E77-3C63-7ADC-152B-622BB38D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13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7F696E-7B09-885E-8425-DEAF1BADA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48C7BC-9698-C5E7-E680-25E704199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BC4B19-FF1B-7E85-B030-8DA2CD73F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703C5F-8EB3-B809-EB95-FAD79087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3BC91A-A8C1-3DD3-AAB3-F1A58352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B56047-69A0-997B-9E0A-58A33CE1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13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CAF60-E7C3-24B0-52F9-5EC4B825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D475B0-0A37-BE46-D701-617B4B8AC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74AF00-AD32-39E7-25CA-4D805A09C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C6B175-DA2C-F23A-0866-C7E9804E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214192-FA62-4B5F-AAF6-11DF725E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BE3492-00F8-8666-3D0A-4FA1C632D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5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476E5-E0C9-2627-B295-5B5F74B8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410426-02F4-0ED4-6D62-C2F5B1987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4D91E2-CAEF-A6CC-3B6D-344D5A88D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1C797D-51D2-0919-6DB4-8C3CED91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FC481-F3AA-30D0-06A9-7ED98A37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7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992394-BE8A-B10F-CF2A-C90FFD323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42EDBE-4F30-800D-80CC-8BB223EBE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B1D234-3EA7-101D-23C1-F70861A0C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994881-B769-CFE1-E577-7779699E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71FA4D-4324-EAAB-296E-7DDD5B28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2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D89C9-CBC8-33EA-5A95-3C5BCBBDD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56C913-51B7-0DEA-0060-AC1B138CE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6E919A-AFD8-5EE3-635D-302896E88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E702E-1BEC-4DE2-9239-078E8004B71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F5AE68-5889-12C3-3A0A-6B6A49371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134641-82E7-B8AD-BF1A-7153C4FB5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3374D-D2E7-40C9-9868-7CF6AB3DE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6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AC71861E-4C48-E8C9-ADDC-5065D7817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970" y="634856"/>
            <a:ext cx="6998060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0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FCA8769-CE73-E37B-5BFC-0D4A703B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919" y="215735"/>
            <a:ext cx="7036162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68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7D0A2-E71A-C3E9-9493-C7EE7003A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02736F-3FBE-4F49-FFDF-53235AF5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021" y="609455"/>
            <a:ext cx="6959958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73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8C6E8-CBF2-B747-115D-F788A3B6C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40A8426-B44A-9C19-7EA8-1F33ED239D30}"/>
              </a:ext>
            </a:extLst>
          </p:cNvPr>
          <p:cNvGrpSpPr/>
          <p:nvPr/>
        </p:nvGrpSpPr>
        <p:grpSpPr>
          <a:xfrm>
            <a:off x="2587444" y="628506"/>
            <a:ext cx="7017111" cy="5600988"/>
            <a:chOff x="2587444" y="628506"/>
            <a:chExt cx="7017111" cy="560098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8025062-3BC1-3E95-8DCD-0394AA420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7444" y="628506"/>
              <a:ext cx="7017111" cy="5600988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CEBB6B5-1222-9628-C7CD-48186EE88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2185" y="3613154"/>
              <a:ext cx="2568929" cy="2262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808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6C858-AF72-07B6-8E92-0ABE9720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676D9AC-0FB9-104B-25D1-C4A4BC5E7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276" y="0"/>
            <a:ext cx="6647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6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1575-0C1B-6875-1FA1-19187840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821D87-315D-BDD5-2A31-E3E069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387193"/>
            <a:ext cx="7093315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67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B228C-8367-5C90-AD0E-318AC657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947727-D6DF-C45E-7AFE-85B976D16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101" y="614586"/>
            <a:ext cx="7083798" cy="562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54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ChaeRim Kim</dc:creator>
  <cp:lastModifiedBy>Katherine ChaeRim Kim</cp:lastModifiedBy>
  <cp:revision>1</cp:revision>
  <dcterms:created xsi:type="dcterms:W3CDTF">2026-05-12T08:00:20Z</dcterms:created>
  <dcterms:modified xsi:type="dcterms:W3CDTF">2026-05-12T08:08:54Z</dcterms:modified>
</cp:coreProperties>
</file>